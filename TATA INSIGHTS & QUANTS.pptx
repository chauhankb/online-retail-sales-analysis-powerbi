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chivo Black" charset="1" panose="020B0A03020202020B04"/>
      <p:regular r:id="rId14"/>
    </p:embeddedFont>
    <p:embeddedFont>
      <p:font typeface="Garet Bold" charset="1" panose="00000000000000000000"/>
      <p:regular r:id="rId15"/>
    </p:embeddedFont>
    <p:embeddedFont>
      <p:font typeface="Garet" charset="1" panose="00000000000000000000"/>
      <p:regular r:id="rId16"/>
    </p:embeddedFont>
    <p:embeddedFont>
      <p:font typeface="Open Sans Bold" charset="1" panose="00000000000000000000"/>
      <p:regular r:id="rId17"/>
    </p:embeddedFont>
    <p:embeddedFont>
      <p:font typeface="Noto Serif Ethiopic Condensed" charset="1" panose="02020502060505020204"/>
      <p:regular r:id="rId18"/>
    </p:embeddedFont>
    <p:embeddedFont>
      <p:font typeface="Telegraf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784881"/>
            <a:ext cx="2908702" cy="1464928"/>
          </a:xfrm>
          <a:custGeom>
            <a:avLst/>
            <a:gdLst/>
            <a:ahLst/>
            <a:cxnLst/>
            <a:rect r="r" b="b" t="t" l="l"/>
            <a:pathLst>
              <a:path h="1464928" w="2908702">
                <a:moveTo>
                  <a:pt x="0" y="0"/>
                </a:moveTo>
                <a:lnTo>
                  <a:pt x="2908702" y="0"/>
                </a:lnTo>
                <a:lnTo>
                  <a:pt x="2908702" y="1464928"/>
                </a:lnTo>
                <a:lnTo>
                  <a:pt x="0" y="14649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9394" y="-112253"/>
            <a:ext cx="4557695" cy="2094076"/>
          </a:xfrm>
          <a:custGeom>
            <a:avLst/>
            <a:gdLst/>
            <a:ahLst/>
            <a:cxnLst/>
            <a:rect r="r" b="b" t="t" l="l"/>
            <a:pathLst>
              <a:path h="2094076" w="4557695">
                <a:moveTo>
                  <a:pt x="0" y="0"/>
                </a:moveTo>
                <a:lnTo>
                  <a:pt x="4557695" y="0"/>
                </a:lnTo>
                <a:lnTo>
                  <a:pt x="4557695" y="2094076"/>
                </a:lnTo>
                <a:lnTo>
                  <a:pt x="0" y="209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38843" y="6510272"/>
            <a:ext cx="9373830" cy="71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Empowering Business with Effective Insights Using Power BI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7759" y="7738744"/>
            <a:ext cx="336609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7759" y="8281669"/>
            <a:ext cx="7801084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Manishkumar Varma &amp; Krishna Chauhan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9478" y="2603048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2B2B2B"/>
                </a:solidFill>
                <a:latin typeface="Archivo Black"/>
                <a:ea typeface="Archivo Black"/>
                <a:cs typeface="Archivo Black"/>
                <a:sym typeface="Archivo Black"/>
              </a:rPr>
              <a:t>TATA INSIGHTS AND QUAN</a:t>
            </a:r>
            <a:r>
              <a:rPr lang="en-US" sz="10885" spc="-859" u="none">
                <a:solidFill>
                  <a:srgbClr val="2B2B2B"/>
                </a:solidFill>
                <a:latin typeface="Archivo Black"/>
                <a:ea typeface="Archivo Black"/>
                <a:cs typeface="Archivo Black"/>
                <a:sym typeface="Archivo Black"/>
              </a:rPr>
              <a:t>TS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7759" y="8808085"/>
            <a:ext cx="7801084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B2-29 &amp; B2-23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59819" y="4772583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Online Retail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983" t="0" r="52377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767601" y="6288088"/>
            <a:ext cx="3413883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 uses data from the Online Retail CSV file to visualize sales revenue, quantity sold, customer segmentation, and performance trends across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different countries and time (months/years).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37980" y="6288088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601" y="3394075"/>
            <a:ext cx="3413883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interactive Power BI dashboard provides a comprehensive analysis of Online Retail sales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94075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60034" y="2385711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95250"/>
            <a:ext cx="5305309" cy="286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608"/>
              </a:lnSpc>
              <a:spcBef>
                <a:spcPct val="0"/>
              </a:spcBef>
            </a:pPr>
            <a:r>
              <a:rPr lang="en-US" sz="5608" spc="-44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Introduction: Visualizing Online Retail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89654" y="2385711"/>
            <a:ext cx="3413883" cy="315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goal is to enable data-driven decisions through dynamic visuals that show key metrics such as total sales revenue, RFM customer types, sales by country, and monthly revenue trends.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07737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7497494" y="-2429713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9433" y="1932247"/>
            <a:ext cx="10482615" cy="6944714"/>
          </a:xfrm>
          <a:custGeom>
            <a:avLst/>
            <a:gdLst/>
            <a:ahLst/>
            <a:cxnLst/>
            <a:rect r="r" b="b" t="t" l="l"/>
            <a:pathLst>
              <a:path h="6944714" w="10482615">
                <a:moveTo>
                  <a:pt x="0" y="0"/>
                </a:moveTo>
                <a:lnTo>
                  <a:pt x="10482615" y="0"/>
                </a:lnTo>
                <a:lnTo>
                  <a:pt x="10482615" y="6944714"/>
                </a:lnTo>
                <a:lnTo>
                  <a:pt x="0" y="69447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69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9433" y="484972"/>
            <a:ext cx="10277420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AND TOOLS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30754" y="3285140"/>
            <a:ext cx="4528546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Tools &amp; Technology</a:t>
            </a:r>
          </a:p>
          <a:p>
            <a:pPr algn="l">
              <a:lnSpc>
                <a:spcPts val="3780"/>
              </a:lnSpc>
            </a:pPr>
          </a:p>
          <a:p>
            <a:pPr algn="l" marL="617221" indent="-205740" lvl="2">
              <a:lnSpc>
                <a:spcPts val="3780"/>
              </a:lnSpc>
              <a:buFont typeface="Arial"/>
              <a:buChar char="⚬"/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 BI for dynamic visualization</a:t>
            </a:r>
          </a:p>
          <a:p>
            <a:pPr algn="l" marL="617221" indent="-205740" lvl="2">
              <a:lnSpc>
                <a:spcPts val="3780"/>
              </a:lnSpc>
              <a:buFont typeface="Arial"/>
              <a:buChar char="⚬"/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Excel &amp; CSV data sources</a:t>
            </a:r>
          </a:p>
          <a:p>
            <a:pPr algn="l" marL="617221" indent="-205740" lvl="2">
              <a:lnSpc>
                <a:spcPts val="3780"/>
              </a:lnSpc>
              <a:buFont typeface="Arial"/>
              <a:buChar char="⚬"/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Advanced DAX measures</a:t>
            </a:r>
          </a:p>
          <a:p>
            <a:pPr algn="l" marL="617221" indent="-205740" lvl="2">
              <a:lnSpc>
                <a:spcPts val="37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89670" y="1028700"/>
            <a:ext cx="14918120" cy="9012675"/>
          </a:xfrm>
          <a:custGeom>
            <a:avLst/>
            <a:gdLst/>
            <a:ahLst/>
            <a:cxnLst/>
            <a:rect r="r" b="b" t="t" l="l"/>
            <a:pathLst>
              <a:path h="9012675" w="14918120">
                <a:moveTo>
                  <a:pt x="0" y="0"/>
                </a:moveTo>
                <a:lnTo>
                  <a:pt x="14918120" y="0"/>
                </a:lnTo>
                <a:lnTo>
                  <a:pt x="14918120" y="9012675"/>
                </a:lnTo>
                <a:lnTo>
                  <a:pt x="0" y="9012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14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0210" y="95250"/>
            <a:ext cx="15927580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Dashboard</a:t>
            </a:r>
          </a:p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6881" y="2976368"/>
            <a:ext cx="8099697" cy="5943153"/>
          </a:xfrm>
          <a:custGeom>
            <a:avLst/>
            <a:gdLst/>
            <a:ahLst/>
            <a:cxnLst/>
            <a:rect r="r" b="b" t="t" l="l"/>
            <a:pathLst>
              <a:path h="5943153" w="8099697">
                <a:moveTo>
                  <a:pt x="0" y="0"/>
                </a:moveTo>
                <a:lnTo>
                  <a:pt x="8099697" y="0"/>
                </a:lnTo>
                <a:lnTo>
                  <a:pt x="8099697" y="5943152"/>
                </a:lnTo>
                <a:lnTo>
                  <a:pt x="0" y="5943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39064" y="2976368"/>
            <a:ext cx="8383401" cy="5889339"/>
          </a:xfrm>
          <a:custGeom>
            <a:avLst/>
            <a:gdLst/>
            <a:ahLst/>
            <a:cxnLst/>
            <a:rect r="r" b="b" t="t" l="l"/>
            <a:pathLst>
              <a:path h="5889339" w="8383401">
                <a:moveTo>
                  <a:pt x="0" y="0"/>
                </a:moveTo>
                <a:lnTo>
                  <a:pt x="8383401" y="0"/>
                </a:lnTo>
                <a:lnTo>
                  <a:pt x="8383401" y="5889339"/>
                </a:lnTo>
                <a:lnTo>
                  <a:pt x="0" y="5889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79980"/>
            <a:ext cx="16230600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Visualizing our project's focus on Data, Insights, Sales, and Customers.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34965"/>
            <a:ext cx="8851475" cy="5722855"/>
          </a:xfrm>
          <a:custGeom>
            <a:avLst/>
            <a:gdLst/>
            <a:ahLst/>
            <a:cxnLst/>
            <a:rect r="r" b="b" t="t" l="l"/>
            <a:pathLst>
              <a:path h="5722855" w="8851475">
                <a:moveTo>
                  <a:pt x="0" y="0"/>
                </a:moveTo>
                <a:lnTo>
                  <a:pt x="8851475" y="0"/>
                </a:lnTo>
                <a:lnTo>
                  <a:pt x="8851475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5" t="0" r="-33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95857" y="2534965"/>
            <a:ext cx="8492143" cy="5793942"/>
          </a:xfrm>
          <a:custGeom>
            <a:avLst/>
            <a:gdLst/>
            <a:ahLst/>
            <a:cxnLst/>
            <a:rect r="r" b="b" t="t" l="l"/>
            <a:pathLst>
              <a:path h="5793942" w="8492143">
                <a:moveTo>
                  <a:pt x="0" y="0"/>
                </a:moveTo>
                <a:lnTo>
                  <a:pt x="8492143" y="0"/>
                </a:lnTo>
                <a:lnTo>
                  <a:pt x="8492143" y="5793941"/>
                </a:lnTo>
                <a:lnTo>
                  <a:pt x="0" y="5793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35" t="0" r="-373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82501" y="683473"/>
            <a:ext cx="1065942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Sales Performance by Country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7183" y="1623742"/>
            <a:ext cx="15113634" cy="8501419"/>
          </a:xfrm>
          <a:custGeom>
            <a:avLst/>
            <a:gdLst/>
            <a:ahLst/>
            <a:cxnLst/>
            <a:rect r="r" b="b" t="t" l="l"/>
            <a:pathLst>
              <a:path h="8501419" w="15113634">
                <a:moveTo>
                  <a:pt x="0" y="0"/>
                </a:moveTo>
                <a:lnTo>
                  <a:pt x="15113634" y="0"/>
                </a:lnTo>
                <a:lnTo>
                  <a:pt x="15113634" y="8501419"/>
                </a:lnTo>
                <a:lnTo>
                  <a:pt x="0" y="8501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48323" y="464477"/>
            <a:ext cx="11791355" cy="67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8"/>
              </a:lnSpc>
              <a:spcBef>
                <a:spcPct val="0"/>
              </a:spcBef>
            </a:pPr>
            <a:r>
              <a:rPr lang="en-US" sz="5008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Global Sales Performance (By Quantity)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99896" y="2363496"/>
            <a:ext cx="8688208" cy="361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2"/>
              </a:lnSpc>
            </a:pPr>
            <a:r>
              <a:rPr lang="en-US" sz="16716" spc="501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8676" y="6287253"/>
            <a:ext cx="7610647" cy="13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</a:pPr>
            <a:r>
              <a:rPr lang="en-US" sz="38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Faculty :  Dhanashree  Mam &amp; Nupur Mam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DAG3VwOx4T0</dc:identifier>
  <dcterms:modified xsi:type="dcterms:W3CDTF">2011-08-01T06:04:30Z</dcterms:modified>
  <cp:revision>1</cp:revision>
  <dc:title>Beige and Black Minimalist Project Deck Presentation</dc:title>
</cp:coreProperties>
</file>